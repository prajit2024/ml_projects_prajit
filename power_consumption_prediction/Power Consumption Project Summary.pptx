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7D5D0C0A-B5BF-BB99-3D58-FF44B5F204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81824560-4CCB-5296-7D2D-7D08E04E23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4E51D8A0-D3E8-3926-5168-DA9FE4EAE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92C29C0-2F29-DC90-C31F-229A9D635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75990FC-D373-55F6-95E3-C730F0640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50847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8D11183B-3A61-5B3A-4BA0-4960E95C6B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735B152D-88C4-27CB-3465-1E1B4E6B01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DD18C0FC-741B-51CB-F1DD-48A65A1DB1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1BACF051-4D28-8A4D-BEAC-BCF6B3865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A39E71AA-1833-C0AC-6322-6FA371125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7580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1F6A26B-A90D-6A8F-0F1E-B089C6F40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65325DC5-FC88-72C0-C709-89345A33D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1BC8D239-9581-4D6F-9E9B-12E3A94EC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DB0B4564-FFFE-71E9-7E4C-78FE411677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97297A4-8788-4703-EE08-368FEF97E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12664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69D0CBC4-6D10-9303-BA4F-E67B469302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4879373-6B54-3DCE-8E41-77A459883F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9C101C40-86BE-E87B-4D0E-A8B775CA1F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54182A13-05BB-E32D-B44F-73A9DCFE5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403932D6-F2FA-EF52-AE23-1CE6D45E1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F7C0D77E-25BE-3EA9-EFCA-FD658672D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52123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03556B61-7C2F-89F7-B52F-23F618A2DB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E3284D7C-0705-4112-BA8C-B3F84A36FA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xmlns="" id="{DD68AD9D-48E2-83F5-2B42-7B622D8467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xmlns="" id="{E24DB73F-50B2-3227-FFB3-89530F5E2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xmlns="" id="{8823F29D-E893-8530-053E-19CFF4620B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xmlns="" id="{3D89505B-D5E6-CC6A-A244-48432FE111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xmlns="" id="{9749CF36-720E-74E5-5B7B-29DD60344A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xmlns="" id="{6F16DE44-0CC0-A605-C707-0F5EE5FB6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02032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1928614E-B668-EF5E-85F2-A405F6E13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xmlns="" id="{79632179-B6C7-3EC3-8253-90665C4CC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xmlns="" id="{D421D789-0452-B172-B627-846F63D44E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775A5F71-42F2-F24A-F016-869D19F67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69077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xmlns="" id="{ABFD52DE-0C1A-2FF7-8F72-F54F73C414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xmlns="" id="{99D85D96-46BA-962B-DF0E-E031E6096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592058DC-F9C6-73F5-D50A-A448B43D1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00140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224733A-3442-FEC8-54A0-1DB7C75F94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4ED6A916-85AE-6954-DBE7-0E9ABEB085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DAD17A99-A895-BB15-7E12-B62E87E95C0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D590F99E-A688-C028-F8C8-3EE6945C0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AB8DD136-F4B0-CC56-7232-6C6484712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BF18E8D9-F08F-9A08-F749-240E51CF7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072606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0808F1A-C316-2F44-5645-A6A4A34C36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xmlns="" id="{9581E745-3A86-7C0D-58B8-C2F85A9887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xmlns="" id="{9F2EC7AC-DDC0-C512-8B6D-4D62D6004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xmlns="" id="{F6257B95-89B0-1FEB-515C-14972DF668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xmlns="" id="{747BD696-1FD2-EC29-EED2-8C2BDA9C11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xmlns="" id="{7684E665-F292-26F1-672E-2BCB9FC1F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605513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3C9ED1BF-BCEA-9819-0A1A-3B1DEE13F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5D631439-1A55-784C-3B2B-B5F64845E00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9834FDA2-024D-AE03-4A4E-A7A4121CF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D45C4E-0DF8-7189-0A08-2B07D6C00D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723F71DE-0ABA-0723-6684-C6C003C657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79699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xmlns="" id="{D4FAAF99-A7EB-E663-CDDC-6F3E1B4B94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xmlns="" id="{67411B95-E9A8-51A5-2B2B-5BAC9D3FB8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8094AC7D-8649-78C5-7C64-EDB38E2F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6142D3AC-C82F-C292-589E-5849D2C449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1694B26B-CAD9-8118-260F-CEFF6EB702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31604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xmlns="" id="{BB9889FD-14EB-FC99-F7EA-74A5C7838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xmlns="" id="{C0B71A26-FBC5-BF17-9CEC-B98E6AE060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xmlns="" id="{B7BE9BBB-CA89-D995-BFDD-6199388B80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84F10-48A9-4A08-BB80-E80B387801B8}" type="datetimeFigureOut">
              <a:rPr lang="en-IN" smtClean="0"/>
              <a:t>12-07-2026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xmlns="" id="{BAB6B028-17EF-7A8D-6E9E-073DA6B920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xmlns="" id="{39DEED48-D98E-5B44-8E6B-A6A32AEB60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539E07-B8F9-4EDB-9A4A-C79C87C015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2161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F829F87A-1DE0-704C-2802-7A3B17268E2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anchor="ctr"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Project : Power consumption prediction</a:t>
            </a:r>
            <a:endParaRPr lang="en-IN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xmlns="" id="{7AC6B89C-5083-E85D-E1CA-B1DB28E36C8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Calibri" panose="020F0502020204030204" pitchFamily="34" charset="0"/>
                <a:cs typeface="Calibri" panose="020F0502020204030204" pitchFamily="34" charset="0"/>
              </a:rPr>
              <a:t>Objective is to predict the power consumption of Zone I of Wellington based on various environmental and meteorological factors. The goal is to create a predictive model that can assist in managing energy resources efficiently and optimizing power consumption of the zone </a:t>
            </a:r>
            <a:endParaRPr lang="en-IN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79332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570CB07B-9F89-BE78-D21C-A50B132814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Project Analysis and steps followed in the project</a:t>
            </a:r>
            <a:endParaRPr lang="en-IN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FC32E96B-F61F-EE02-AB34-3ABE157B16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Cleaned the data by removing extra space, invalid text values and missing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Converted object columns to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numeric.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Performed EDA: Distributions, outliers, correlation, VIF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analysis.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Build OLS, Linear Regression, Decision Tree, Random Forest, Gradient Boosting and XG Boost.</a:t>
            </a: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Used L1 and L2 regularization on OLS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model.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Tuned Random Forest using </a:t>
            </a:r>
            <a:r>
              <a:rPr lang="en-US" sz="22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RandomizedSearchCV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Default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Random Forest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outperform </a:t>
            </a:r>
            <a:r>
              <a:rPr lang="en-US" sz="2200" dirty="0" err="1">
                <a:latin typeface="Calibri" panose="020F0502020204030204" pitchFamily="34" charset="0"/>
                <a:cs typeface="Calibri" panose="020F0502020204030204" pitchFamily="34" charset="0"/>
              </a:rPr>
              <a:t>Hyperparameter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tuning.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Done model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comparison.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Checked feature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importance.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08089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94D64447-CC65-80B3-C64A-0C766CF103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>
                <a:latin typeface="Calibri" panose="020F0502020204030204" pitchFamily="34" charset="0"/>
                <a:cs typeface="Calibri" panose="020F0502020204030204" pitchFamily="34" charset="0"/>
              </a:rPr>
              <a:t>Results and outcome</a:t>
            </a:r>
            <a:endParaRPr lang="en-IN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2F44EB51-3A43-D801-73EE-EF3E19DE20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Best model Random Forest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R²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0.59, MAE 3822, RMSE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5176).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Linear Regression/OLS </a:t>
            </a:r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R² 0.33.</a:t>
            </a:r>
          </a:p>
          <a:p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Temperature is the strongest 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predictor.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Residual distribution approximately bell 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shaped.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Actual vs Predicted plot showed positive relationship however, points are widely dispersed indicating prediction error in the Linear Regression 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model.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IN" sz="2200" dirty="0">
                <a:latin typeface="Calibri" panose="020F0502020204030204" pitchFamily="34" charset="0"/>
                <a:cs typeface="Calibri" panose="020F0502020204030204" pitchFamily="34" charset="0"/>
              </a:rPr>
              <a:t>AQI had negligible </a:t>
            </a:r>
            <a:r>
              <a:rPr lang="en-IN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impact.</a:t>
            </a:r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253078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4540AA1D-D563-81B6-822F-D901E10D32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>
                <a:latin typeface="Calibri" panose="020F0502020204030204" pitchFamily="34" charset="0"/>
                <a:cs typeface="Calibri" panose="020F0502020204030204" pitchFamily="34" charset="0"/>
              </a:rPr>
              <a:t>Business insights and recommendations</a:t>
            </a:r>
            <a:endParaRPr lang="en-IN" sz="4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xmlns="" id="{39964629-527A-36A3-318F-86AD0ECD38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 Random Forest for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forecasting.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Collect additional variables(time, season, holidays) to improve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forecasting.</a:t>
            </a: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Use weather forecasts for proactive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power consumption </a:t>
            </a:r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planning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Retrain model periodically with new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data.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200" dirty="0">
                <a:latin typeface="Calibri" panose="020F0502020204030204" pitchFamily="34" charset="0"/>
                <a:cs typeface="Calibri" panose="020F0502020204030204" pitchFamily="34" charset="0"/>
              </a:rPr>
              <a:t>Supports load forecasting, resource allocation and optimization of power consumption of the </a:t>
            </a:r>
            <a:r>
              <a:rPr lang="en-US" sz="2200" dirty="0" smtClean="0">
                <a:latin typeface="Calibri" panose="020F0502020204030204" pitchFamily="34" charset="0"/>
                <a:cs typeface="Calibri" panose="020F0502020204030204" pitchFamily="34" charset="0"/>
              </a:rPr>
              <a:t>zone.</a:t>
            </a:r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2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IN" sz="2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59265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251</Words>
  <Application>Microsoft Office PowerPoint</Application>
  <PresentationFormat>Widescreen</PresentationFormat>
  <Paragraphs>25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Calibri</vt:lpstr>
      <vt:lpstr>Office Theme</vt:lpstr>
      <vt:lpstr>Project : Power consumption prediction</vt:lpstr>
      <vt:lpstr>Project Analysis and steps followed in the project</vt:lpstr>
      <vt:lpstr>Results and outcome</vt:lpstr>
      <vt:lpstr>Business insights and recommendations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: Power consumption prediction</dc:title>
  <dc:creator>aguc6xm</dc:creator>
  <cp:lastModifiedBy>Microsoft account</cp:lastModifiedBy>
  <cp:revision>4</cp:revision>
  <dcterms:created xsi:type="dcterms:W3CDTF">2026-07-12T12:24:56Z</dcterms:created>
  <dcterms:modified xsi:type="dcterms:W3CDTF">2026-07-12T16:40:48Z</dcterms:modified>
</cp:coreProperties>
</file>